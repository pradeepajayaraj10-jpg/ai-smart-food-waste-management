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 sz="3400" b="1">
                <a:solidFill>
                  <a:srgbClr val="234B28"/>
                </a:solidFill>
                <a:latin typeface="Aptos Display"/>
              </a:defRPr>
            </a:pPr>
            <a:r>
              <a:rPr dirty="0"/>
              <a:t>AI-Based Smart Food Waste Management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07040" cy="222112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2D2D2D"/>
                </a:solidFill>
                <a:latin typeface="Aptos"/>
              </a:defRPr>
            </a:pPr>
            <a:r>
              <a:rPr dirty="0"/>
              <a:t>A Smart Solution to Reduce Food Waste Using Artificial Intelligence</a:t>
            </a:r>
          </a:p>
          <a:p>
            <a:pPr>
              <a:spcAft>
                <a:spcPts val="1000"/>
              </a:spcAft>
              <a:defRPr sz="2100">
                <a:solidFill>
                  <a:srgbClr val="2D2D2D"/>
                </a:solidFill>
                <a:latin typeface="Aptos"/>
              </a:defRPr>
            </a:pPr>
            <a:endParaRPr dirty="0"/>
          </a:p>
          <a:p>
            <a:pPr>
              <a:spcAft>
                <a:spcPts val="1000"/>
              </a:spcAft>
              <a:defRPr sz="2100">
                <a:solidFill>
                  <a:srgbClr val="2D2D2D"/>
                </a:solidFill>
                <a:latin typeface="Aptos"/>
              </a:defRPr>
            </a:pPr>
            <a:r>
              <a:rPr dirty="0"/>
              <a:t>Presented by: </a:t>
            </a:r>
            <a:r>
              <a:rPr lang="en-IN" b="1" dirty="0"/>
              <a:t>Pradeepa</a:t>
            </a:r>
            <a:r>
              <a:rPr lang="en-IN" dirty="0"/>
              <a:t> J</a:t>
            </a:r>
            <a:endParaRPr dirty="0"/>
          </a:p>
          <a:p>
            <a:pPr>
              <a:spcAft>
                <a:spcPts val="1000"/>
              </a:spcAft>
              <a:defRPr sz="2100">
                <a:solidFill>
                  <a:srgbClr val="2D2D2D"/>
                </a:solidFill>
                <a:latin typeface="Aptos"/>
              </a:defRPr>
            </a:pPr>
            <a:r>
              <a:rPr dirty="0"/>
              <a:t>Department: </a:t>
            </a:r>
            <a:r>
              <a:rPr lang="en-IN" dirty="0"/>
              <a:t> </a:t>
            </a:r>
            <a:r>
              <a:rPr lang="en-IN" b="1" dirty="0"/>
              <a:t>BE</a:t>
            </a:r>
            <a:r>
              <a:rPr lang="en-IN" dirty="0"/>
              <a:t> </a:t>
            </a:r>
            <a:r>
              <a:rPr lang="en-IN" b="1" dirty="0"/>
              <a:t>CSE</a:t>
            </a:r>
            <a:r>
              <a:rPr lang="en-IN" dirty="0"/>
              <a:t> (</a:t>
            </a:r>
            <a:r>
              <a:rPr lang="en-IN" b="1" dirty="0"/>
              <a:t>AIML</a:t>
            </a:r>
            <a:r>
              <a:rPr lang="en-IN" dirty="0"/>
              <a:t>)</a:t>
            </a:r>
            <a:r>
              <a:rPr dirty="0"/>
              <a:t>__________</a:t>
            </a:r>
          </a:p>
          <a:p>
            <a:pPr>
              <a:spcAft>
                <a:spcPts val="1000"/>
              </a:spcAft>
              <a:defRPr sz="2100">
                <a:solidFill>
                  <a:srgbClr val="2D2D2D"/>
                </a:solidFill>
                <a:latin typeface="Aptos"/>
              </a:defRPr>
            </a:pPr>
            <a:r>
              <a:rPr lang="en-IN" dirty="0"/>
              <a:t>College         :</a:t>
            </a:r>
            <a:r>
              <a:rPr b="1" dirty="0"/>
              <a:t>Rathinam</a:t>
            </a:r>
            <a:r>
              <a:rPr dirty="0"/>
              <a:t> </a:t>
            </a:r>
            <a:r>
              <a:rPr b="1" dirty="0"/>
              <a:t>Technical</a:t>
            </a:r>
            <a:r>
              <a:rPr dirty="0"/>
              <a:t> </a:t>
            </a:r>
            <a:r>
              <a:rPr b="1" dirty="0"/>
              <a:t>Campus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/>
            </a:pPr>
            <a:r>
              <a:t>1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7186F63-4813-B75E-2DA9-2B35850320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1149" y="3907324"/>
            <a:ext cx="2799412" cy="228225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AE93B05-FE85-E7F2-00FE-C3936F712D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1798" y="3887156"/>
            <a:ext cx="3189056" cy="230044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 sz="2900" b="1">
                <a:solidFill>
                  <a:srgbClr val="234B28"/>
                </a:solidFill>
                <a:latin typeface="Aptos Display"/>
              </a:defRPr>
            </a:pPr>
            <a:r>
              <a:rPr dirty="0"/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07040" cy="48006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2D2D2D"/>
                </a:solidFill>
                <a:latin typeface="Aptos"/>
              </a:defRPr>
            </a:pPr>
            <a:r>
              <a:t>• Food waste is a major problem in homes, hotels, restaurants and institutions.</a:t>
            </a:r>
          </a:p>
          <a:p>
            <a:pPr>
              <a:spcAft>
                <a:spcPts val="1000"/>
              </a:spcAft>
              <a:defRPr sz="2100">
                <a:solidFill>
                  <a:srgbClr val="2D2D2D"/>
                </a:solidFill>
                <a:latin typeface="Aptos"/>
              </a:defRPr>
            </a:pPr>
            <a:r>
              <a:t>• Excess food is often prepared because demand is difficult to predict.</a:t>
            </a:r>
          </a:p>
          <a:p>
            <a:pPr>
              <a:spcAft>
                <a:spcPts val="1000"/>
              </a:spcAft>
              <a:defRPr sz="2100">
                <a:solidFill>
                  <a:srgbClr val="2D2D2D"/>
                </a:solidFill>
                <a:latin typeface="Aptos"/>
              </a:defRPr>
            </a:pPr>
            <a:r>
              <a:t>• Wasted food causes economic loss and environmental problems.</a:t>
            </a:r>
          </a:p>
          <a:p>
            <a:pPr>
              <a:spcAft>
                <a:spcPts val="1000"/>
              </a:spcAft>
              <a:defRPr sz="2100">
                <a:solidFill>
                  <a:srgbClr val="2D2D2D"/>
                </a:solidFill>
                <a:latin typeface="Aptos"/>
              </a:defRPr>
            </a:pPr>
            <a:r>
              <a:t>• AI can analyze consumption patterns and predict future food requirements.</a:t>
            </a:r>
          </a:p>
          <a:p>
            <a:pPr>
              <a:spcAft>
                <a:spcPts val="1000"/>
              </a:spcAft>
              <a:defRPr sz="2100">
                <a:solidFill>
                  <a:srgbClr val="2D2D2D"/>
                </a:solidFill>
                <a:latin typeface="Aptos"/>
              </a:defRPr>
            </a:pPr>
            <a:r>
              <a:t>• This system aims to make food management smarter and more sustainable.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/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 sz="2900" b="1">
                <a:solidFill>
                  <a:srgbClr val="234B28"/>
                </a:solidFill>
                <a:latin typeface="Aptos Display"/>
              </a:defRPr>
            </a:pPr>
            <a:r>
              <a:rPr dirty="0"/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07040" cy="48006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2D2D2D"/>
                </a:solidFill>
                <a:latin typeface="Aptos"/>
              </a:defRPr>
            </a:pPr>
            <a:r>
              <a:rPr dirty="0"/>
              <a:t>• Inaccurate demand estimation leads to excess food preparation.</a:t>
            </a:r>
          </a:p>
          <a:p>
            <a:pPr>
              <a:spcAft>
                <a:spcPts val="1000"/>
              </a:spcAft>
              <a:defRPr sz="2100">
                <a:solidFill>
                  <a:srgbClr val="2D2D2D"/>
                </a:solidFill>
                <a:latin typeface="Aptos"/>
              </a:defRPr>
            </a:pPr>
            <a:r>
              <a:rPr dirty="0"/>
              <a:t>• Expired and unused food is often discarded.</a:t>
            </a:r>
          </a:p>
          <a:p>
            <a:pPr>
              <a:spcAft>
                <a:spcPts val="1000"/>
              </a:spcAft>
              <a:defRPr sz="2100">
                <a:solidFill>
                  <a:srgbClr val="2D2D2D"/>
                </a:solidFill>
                <a:latin typeface="Aptos"/>
              </a:defRPr>
            </a:pPr>
            <a:r>
              <a:rPr dirty="0"/>
              <a:t>• Manual tracking of food waste is difficult and time-consuming.</a:t>
            </a:r>
          </a:p>
          <a:p>
            <a:pPr>
              <a:spcAft>
                <a:spcPts val="1000"/>
              </a:spcAft>
              <a:defRPr sz="2100">
                <a:solidFill>
                  <a:srgbClr val="2D2D2D"/>
                </a:solidFill>
                <a:latin typeface="Aptos"/>
              </a:defRPr>
            </a:pPr>
            <a:r>
              <a:rPr dirty="0"/>
              <a:t>• Kitchens need better information about consumption patterns.</a:t>
            </a:r>
          </a:p>
          <a:p>
            <a:pPr>
              <a:spcAft>
                <a:spcPts val="1000"/>
              </a:spcAft>
              <a:defRPr sz="2100">
                <a:solidFill>
                  <a:srgbClr val="2D2D2D"/>
                </a:solidFill>
                <a:latin typeface="Aptos"/>
              </a:defRPr>
            </a:pPr>
            <a:endParaRPr dirty="0"/>
          </a:p>
          <a:p>
            <a:pPr>
              <a:spcAft>
                <a:spcPts val="1000"/>
              </a:spcAft>
              <a:defRPr sz="2100">
                <a:solidFill>
                  <a:srgbClr val="2D2D2D"/>
                </a:solidFill>
                <a:latin typeface="Aptos"/>
              </a:defRPr>
            </a:pPr>
            <a:r>
              <a:rPr dirty="0"/>
              <a:t>Goal: Reduce food waste using AI-based prediction and smart monitoring.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/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 sz="2900" b="1">
                <a:solidFill>
                  <a:srgbClr val="234B28"/>
                </a:solidFill>
                <a:latin typeface="Aptos Display"/>
              </a:defRPr>
            </a:pPr>
            <a: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607040" cy="48006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2D2D2D"/>
                </a:solidFill>
                <a:latin typeface="Aptos"/>
              </a:defRPr>
            </a:pPr>
            <a:r>
              <a:rPr dirty="0"/>
              <a:t>• Predict the required quantity of food using AI.</a:t>
            </a:r>
          </a:p>
          <a:p>
            <a:pPr>
              <a:spcAft>
                <a:spcPts val="1000"/>
              </a:spcAft>
              <a:defRPr sz="2100">
                <a:solidFill>
                  <a:srgbClr val="2D2D2D"/>
                </a:solidFill>
                <a:latin typeface="Aptos"/>
              </a:defRPr>
            </a:pPr>
            <a:r>
              <a:rPr dirty="0"/>
              <a:t>• Monitor food consumption and waste.</a:t>
            </a:r>
          </a:p>
          <a:p>
            <a:pPr>
              <a:spcAft>
                <a:spcPts val="1000"/>
              </a:spcAft>
              <a:defRPr sz="2100">
                <a:solidFill>
                  <a:srgbClr val="2D2D2D"/>
                </a:solidFill>
                <a:latin typeface="Aptos"/>
              </a:defRPr>
            </a:pPr>
            <a:r>
              <a:rPr dirty="0"/>
              <a:t>• Identify frequently wasted food items.</a:t>
            </a:r>
          </a:p>
          <a:p>
            <a:pPr>
              <a:spcAft>
                <a:spcPts val="1000"/>
              </a:spcAft>
              <a:defRPr sz="2100">
                <a:solidFill>
                  <a:srgbClr val="2D2D2D"/>
                </a:solidFill>
                <a:latin typeface="Aptos"/>
              </a:defRPr>
            </a:pPr>
            <a:r>
              <a:rPr dirty="0"/>
              <a:t>• Reduce unnecessary food preparation.</a:t>
            </a:r>
          </a:p>
          <a:p>
            <a:pPr>
              <a:spcAft>
                <a:spcPts val="1000"/>
              </a:spcAft>
              <a:defRPr sz="2100">
                <a:solidFill>
                  <a:srgbClr val="2D2D2D"/>
                </a:solidFill>
                <a:latin typeface="Aptos"/>
              </a:defRPr>
            </a:pPr>
            <a:r>
              <a:rPr dirty="0"/>
              <a:t>• Provide alerts for excess or near-expiry food.</a:t>
            </a:r>
          </a:p>
          <a:p>
            <a:pPr>
              <a:spcAft>
                <a:spcPts val="1000"/>
              </a:spcAft>
              <a:defRPr sz="2100">
                <a:solidFill>
                  <a:srgbClr val="2D2D2D"/>
                </a:solidFill>
                <a:latin typeface="Aptos"/>
              </a:defRPr>
            </a:pPr>
            <a:r>
              <a:rPr dirty="0"/>
              <a:t>• Improve resource utilization and sustainability.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/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 sz="2900" b="1">
                <a:solidFill>
                  <a:srgbClr val="234B28"/>
                </a:solidFill>
                <a:latin typeface="Aptos Display"/>
              </a:defRPr>
            </a:pPr>
            <a:r>
              <a:rPr dirty="0"/>
              <a:t>Proposed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07040" cy="48006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2D2D2D"/>
                </a:solidFill>
                <a:latin typeface="Aptos"/>
              </a:defRPr>
            </a:pPr>
            <a:r>
              <a:rPr dirty="0"/>
              <a:t>The proposed system collects food-related data and uses AI to make smart decisions.</a:t>
            </a:r>
          </a:p>
          <a:p>
            <a:pPr>
              <a:spcAft>
                <a:spcPts val="1000"/>
              </a:spcAft>
              <a:defRPr sz="2100">
                <a:solidFill>
                  <a:srgbClr val="2D2D2D"/>
                </a:solidFill>
                <a:latin typeface="Aptos"/>
              </a:defRPr>
            </a:pPr>
            <a:endParaRPr dirty="0"/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Aptos"/>
              </a:defRPr>
            </a:pPr>
            <a:r>
              <a:rPr dirty="0"/>
              <a:t>Food Data → AI Analysis → Demand Prediction → Food Preparation → Waste Monitoring → Smart Suggestions</a:t>
            </a:r>
          </a:p>
          <a:p>
            <a:pPr>
              <a:spcAft>
                <a:spcPts val="1000"/>
              </a:spcAft>
              <a:defRPr sz="2100">
                <a:solidFill>
                  <a:srgbClr val="2D2D2D"/>
                </a:solidFill>
                <a:latin typeface="Aptos"/>
              </a:defRPr>
            </a:pPr>
            <a:endParaRPr dirty="0"/>
          </a:p>
          <a:p>
            <a:pPr>
              <a:spcAft>
                <a:spcPts val="1000"/>
              </a:spcAft>
              <a:defRPr sz="2100">
                <a:solidFill>
                  <a:srgbClr val="2D2D2D"/>
                </a:solidFill>
                <a:latin typeface="Aptos"/>
              </a:defRPr>
            </a:pPr>
            <a:r>
              <a:rPr dirty="0"/>
              <a:t>• Historical consumption data is analyzed.</a:t>
            </a:r>
          </a:p>
          <a:p>
            <a:pPr>
              <a:spcAft>
                <a:spcPts val="1000"/>
              </a:spcAft>
              <a:defRPr sz="2100">
                <a:solidFill>
                  <a:srgbClr val="2D2D2D"/>
                </a:solidFill>
                <a:latin typeface="Aptos"/>
              </a:defRPr>
            </a:pPr>
            <a:r>
              <a:rPr dirty="0"/>
              <a:t>• AI predicts future food requirements.</a:t>
            </a:r>
          </a:p>
          <a:p>
            <a:pPr>
              <a:spcAft>
                <a:spcPts val="1000"/>
              </a:spcAft>
              <a:defRPr sz="2100">
                <a:solidFill>
                  <a:srgbClr val="2D2D2D"/>
                </a:solidFill>
                <a:latin typeface="Aptos"/>
              </a:defRPr>
            </a:pPr>
            <a:r>
              <a:rPr dirty="0"/>
              <a:t>• Waste data is recorded and used for better future planning.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/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 sz="2900" b="1">
                <a:solidFill>
                  <a:srgbClr val="234B28"/>
                </a:solidFill>
                <a:latin typeface="Aptos Display"/>
              </a:defRPr>
            </a:pPr>
            <a:r>
              <a:rPr dirty="0"/>
              <a:t>Technologies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07040" cy="48006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2D2D2D"/>
                </a:solidFill>
                <a:latin typeface="Aptos"/>
              </a:defRPr>
            </a:pPr>
            <a:r>
              <a:t>• Artificial Intelligence / Machine Learning – Demand prediction</a:t>
            </a:r>
          </a:p>
          <a:p>
            <a:pPr>
              <a:spcAft>
                <a:spcPts val="1000"/>
              </a:spcAft>
              <a:defRPr sz="2100">
                <a:solidFill>
                  <a:srgbClr val="2D2D2D"/>
                </a:solidFill>
                <a:latin typeface="Aptos"/>
              </a:defRPr>
            </a:pPr>
            <a:r>
              <a:t>• Data Analytics – Consumption and waste analysis</a:t>
            </a:r>
          </a:p>
          <a:p>
            <a:pPr>
              <a:spcAft>
                <a:spcPts val="1000"/>
              </a:spcAft>
              <a:defRPr sz="2100">
                <a:solidFill>
                  <a:srgbClr val="2D2D2D"/>
                </a:solidFill>
                <a:latin typeface="Aptos"/>
              </a:defRPr>
            </a:pPr>
            <a:r>
              <a:t>• Computer Vision – Food and waste identification</a:t>
            </a:r>
          </a:p>
          <a:p>
            <a:pPr>
              <a:spcAft>
                <a:spcPts val="1000"/>
              </a:spcAft>
              <a:defRPr sz="2100">
                <a:solidFill>
                  <a:srgbClr val="2D2D2D"/>
                </a:solidFill>
                <a:latin typeface="Aptos"/>
              </a:defRPr>
            </a:pPr>
            <a:r>
              <a:t>• Cloud Database – Store food and consumption data</a:t>
            </a:r>
          </a:p>
          <a:p>
            <a:pPr>
              <a:spcAft>
                <a:spcPts val="1000"/>
              </a:spcAft>
              <a:defRPr sz="2100">
                <a:solidFill>
                  <a:srgbClr val="2D2D2D"/>
                </a:solidFill>
                <a:latin typeface="Aptos"/>
              </a:defRPr>
            </a:pPr>
            <a:r>
              <a:t>• Web / Mobile Application – Alerts and reports</a:t>
            </a:r>
          </a:p>
          <a:p>
            <a:pPr>
              <a:spcAft>
                <a:spcPts val="1000"/>
              </a:spcAft>
              <a:defRPr sz="2100">
                <a:solidFill>
                  <a:srgbClr val="2D2D2D"/>
                </a:solidFill>
                <a:latin typeface="Aptos"/>
              </a:defRPr>
            </a:pPr>
            <a:r>
              <a:t>• IoT Sensors – Monitor smart waste bins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/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747499" cy="53860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 sz="2900" b="1">
                <a:solidFill>
                  <a:srgbClr val="234B28"/>
                </a:solidFill>
                <a:latin typeface="Aptos Display"/>
              </a:defRPr>
            </a:pPr>
            <a:r>
              <a:t>System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3833" y="1028700"/>
            <a:ext cx="10803746" cy="67351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2D2D2D"/>
                </a:solidFill>
                <a:latin typeface="Aptos"/>
              </a:defRPr>
            </a:pPr>
            <a:r>
              <a:rPr dirty="0"/>
              <a:t>Food Consumption Data</a:t>
            </a:r>
          </a:p>
          <a:p>
            <a:pPr>
              <a:spcAft>
                <a:spcPts val="1000"/>
              </a:spcAft>
              <a:defRPr sz="2100">
                <a:solidFill>
                  <a:srgbClr val="2D2D2D"/>
                </a:solidFill>
                <a:latin typeface="Aptos"/>
              </a:defRPr>
            </a:pPr>
            <a:r>
              <a:rPr dirty="0"/>
              <a:t>        ↓</a:t>
            </a:r>
          </a:p>
          <a:p>
            <a:pPr>
              <a:spcAft>
                <a:spcPts val="1000"/>
              </a:spcAft>
              <a:defRPr sz="2100">
                <a:solidFill>
                  <a:srgbClr val="2D2D2D"/>
                </a:solidFill>
                <a:latin typeface="Aptos"/>
              </a:defRPr>
            </a:pPr>
            <a:r>
              <a:rPr dirty="0"/>
              <a:t>Data Collection</a:t>
            </a:r>
          </a:p>
          <a:p>
            <a:pPr>
              <a:spcAft>
                <a:spcPts val="1000"/>
              </a:spcAft>
              <a:defRPr sz="2100">
                <a:solidFill>
                  <a:srgbClr val="2D2D2D"/>
                </a:solidFill>
                <a:latin typeface="Aptos"/>
              </a:defRPr>
            </a:pPr>
            <a:r>
              <a:rPr dirty="0"/>
              <a:t>        ↓</a:t>
            </a:r>
          </a:p>
          <a:p>
            <a:pPr>
              <a:spcAft>
                <a:spcPts val="1000"/>
              </a:spcAft>
              <a:defRPr sz="2100">
                <a:solidFill>
                  <a:srgbClr val="2D2D2D"/>
                </a:solidFill>
                <a:latin typeface="Aptos"/>
              </a:defRPr>
            </a:pPr>
            <a:r>
              <a:rPr dirty="0"/>
              <a:t>Data Processing</a:t>
            </a:r>
          </a:p>
          <a:p>
            <a:pPr>
              <a:spcAft>
                <a:spcPts val="1000"/>
              </a:spcAft>
              <a:defRPr sz="2100">
                <a:solidFill>
                  <a:srgbClr val="2D2D2D"/>
                </a:solidFill>
                <a:latin typeface="Aptos"/>
              </a:defRPr>
            </a:pPr>
            <a:r>
              <a:rPr dirty="0"/>
              <a:t>        ↓</a:t>
            </a:r>
          </a:p>
          <a:p>
            <a:pPr>
              <a:spcAft>
                <a:spcPts val="1000"/>
              </a:spcAft>
              <a:defRPr sz="2100">
                <a:solidFill>
                  <a:srgbClr val="2D2D2D"/>
                </a:solidFill>
                <a:latin typeface="Aptos"/>
              </a:defRPr>
            </a:pPr>
            <a:r>
              <a:rPr dirty="0"/>
              <a:t>AI / ML Prediction</a:t>
            </a:r>
          </a:p>
          <a:p>
            <a:pPr>
              <a:spcAft>
                <a:spcPts val="1000"/>
              </a:spcAft>
              <a:defRPr sz="2100">
                <a:solidFill>
                  <a:srgbClr val="2D2D2D"/>
                </a:solidFill>
                <a:latin typeface="Aptos"/>
              </a:defRPr>
            </a:pPr>
            <a:r>
              <a:rPr dirty="0"/>
              <a:t>        ↓</a:t>
            </a:r>
          </a:p>
          <a:p>
            <a:pPr>
              <a:spcAft>
                <a:spcPts val="1000"/>
              </a:spcAft>
              <a:defRPr sz="2100">
                <a:solidFill>
                  <a:srgbClr val="2D2D2D"/>
                </a:solidFill>
                <a:latin typeface="Aptos"/>
              </a:defRPr>
            </a:pPr>
            <a:r>
              <a:rPr dirty="0"/>
              <a:t>Demand Estimation</a:t>
            </a:r>
          </a:p>
          <a:p>
            <a:pPr>
              <a:spcAft>
                <a:spcPts val="1000"/>
              </a:spcAft>
              <a:defRPr sz="2100">
                <a:solidFill>
                  <a:srgbClr val="2D2D2D"/>
                </a:solidFill>
                <a:latin typeface="Aptos"/>
              </a:defRPr>
            </a:pPr>
            <a:r>
              <a:rPr dirty="0"/>
              <a:t>        ↓</a:t>
            </a:r>
          </a:p>
          <a:p>
            <a:pPr>
              <a:spcAft>
                <a:spcPts val="1000"/>
              </a:spcAft>
              <a:defRPr sz="2100">
                <a:solidFill>
                  <a:srgbClr val="2D2D2D"/>
                </a:solidFill>
                <a:latin typeface="Aptos"/>
              </a:defRPr>
            </a:pPr>
            <a:r>
              <a:rPr dirty="0"/>
              <a:t>Food Preparation</a:t>
            </a:r>
          </a:p>
          <a:p>
            <a:pPr>
              <a:spcAft>
                <a:spcPts val="1000"/>
              </a:spcAft>
              <a:defRPr sz="2100">
                <a:solidFill>
                  <a:srgbClr val="2D2D2D"/>
                </a:solidFill>
                <a:latin typeface="Aptos"/>
              </a:defRPr>
            </a:pPr>
            <a:r>
              <a:rPr dirty="0"/>
              <a:t>        ↓</a:t>
            </a:r>
          </a:p>
          <a:p>
            <a:pPr>
              <a:spcAft>
                <a:spcPts val="1000"/>
              </a:spcAft>
              <a:defRPr sz="2100">
                <a:solidFill>
                  <a:srgbClr val="2D2D2D"/>
                </a:solidFill>
                <a:latin typeface="Aptos"/>
              </a:defRPr>
            </a:pPr>
            <a:r>
              <a:rPr dirty="0"/>
              <a:t>Waste Monitoring</a:t>
            </a:r>
          </a:p>
          <a:p>
            <a:pPr>
              <a:spcAft>
                <a:spcPts val="1000"/>
              </a:spcAft>
              <a:defRPr sz="2100">
                <a:solidFill>
                  <a:srgbClr val="2D2D2D"/>
                </a:solidFill>
                <a:latin typeface="Aptos"/>
              </a:defRPr>
            </a:pPr>
            <a:r>
              <a:rPr dirty="0"/>
              <a:t>        ↓</a:t>
            </a:r>
          </a:p>
          <a:p>
            <a:pPr>
              <a:spcAft>
                <a:spcPts val="1000"/>
              </a:spcAft>
              <a:defRPr sz="2100">
                <a:solidFill>
                  <a:srgbClr val="2D2D2D"/>
                </a:solidFill>
                <a:latin typeface="Aptos"/>
              </a:defRPr>
            </a:pPr>
            <a:r>
              <a:rPr dirty="0"/>
              <a:t>Reports &amp; Suggestions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/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 sz="2900" b="1">
                <a:solidFill>
                  <a:srgbClr val="234B28"/>
                </a:solidFill>
                <a:latin typeface="Aptos Display"/>
              </a:defRPr>
            </a:pPr>
            <a:r>
              <a:t>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07040" cy="48006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2D2D2D"/>
                </a:solidFill>
                <a:latin typeface="Aptos"/>
              </a:defRPr>
            </a:pPr>
            <a:r>
              <a:rPr dirty="0"/>
              <a:t>• AI-based food demand prediction</a:t>
            </a:r>
          </a:p>
          <a:p>
            <a:pPr>
              <a:spcAft>
                <a:spcPts val="1000"/>
              </a:spcAft>
              <a:defRPr sz="2100">
                <a:solidFill>
                  <a:srgbClr val="2D2D2D"/>
                </a:solidFill>
                <a:latin typeface="Aptos"/>
              </a:defRPr>
            </a:pPr>
            <a:r>
              <a:rPr dirty="0"/>
              <a:t>• Smart food inventory tracking</a:t>
            </a:r>
          </a:p>
          <a:p>
            <a:pPr>
              <a:spcAft>
                <a:spcPts val="1000"/>
              </a:spcAft>
              <a:defRPr sz="2100">
                <a:solidFill>
                  <a:srgbClr val="2D2D2D"/>
                </a:solidFill>
                <a:latin typeface="Aptos"/>
              </a:defRPr>
            </a:pPr>
            <a:r>
              <a:rPr dirty="0"/>
              <a:t>• Expiry-date alerts</a:t>
            </a:r>
          </a:p>
          <a:p>
            <a:pPr>
              <a:spcAft>
                <a:spcPts val="1000"/>
              </a:spcAft>
              <a:defRPr sz="2100">
                <a:solidFill>
                  <a:srgbClr val="2D2D2D"/>
                </a:solidFill>
                <a:latin typeface="Aptos"/>
              </a:defRPr>
            </a:pPr>
            <a:r>
              <a:rPr dirty="0"/>
              <a:t>• Food waste monitoring</a:t>
            </a:r>
          </a:p>
          <a:p>
            <a:pPr>
              <a:spcAft>
                <a:spcPts val="1000"/>
              </a:spcAft>
              <a:defRPr sz="2100">
                <a:solidFill>
                  <a:srgbClr val="2D2D2D"/>
                </a:solidFill>
                <a:latin typeface="Aptos"/>
              </a:defRPr>
            </a:pPr>
            <a:r>
              <a:rPr dirty="0"/>
              <a:t>• Waste pattern analysis</a:t>
            </a:r>
          </a:p>
          <a:p>
            <a:pPr>
              <a:spcAft>
                <a:spcPts val="1000"/>
              </a:spcAft>
              <a:defRPr sz="2100">
                <a:solidFill>
                  <a:srgbClr val="2D2D2D"/>
                </a:solidFill>
                <a:latin typeface="Aptos"/>
              </a:defRPr>
            </a:pPr>
            <a:r>
              <a:rPr dirty="0"/>
              <a:t>• Smart recommendations</a:t>
            </a:r>
          </a:p>
          <a:p>
            <a:pPr>
              <a:spcAft>
                <a:spcPts val="1000"/>
              </a:spcAft>
              <a:defRPr sz="2100">
                <a:solidFill>
                  <a:srgbClr val="2D2D2D"/>
                </a:solidFill>
                <a:latin typeface="Aptos"/>
              </a:defRPr>
            </a:pPr>
            <a:r>
              <a:rPr dirty="0"/>
              <a:t>• Administrator dashboard</a:t>
            </a:r>
          </a:p>
          <a:p>
            <a:pPr>
              <a:spcAft>
                <a:spcPts val="1000"/>
              </a:spcAft>
              <a:defRPr sz="2100">
                <a:solidFill>
                  <a:srgbClr val="2D2D2D"/>
                </a:solidFill>
                <a:latin typeface="Aptos"/>
              </a:defRPr>
            </a:pPr>
            <a:r>
              <a:rPr dirty="0"/>
              <a:t>• Daily / weekly / monthly waste reports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/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 sz="2900" b="1">
                <a:solidFill>
                  <a:srgbClr val="234B28"/>
                </a:solidFill>
                <a:latin typeface="Aptos Display"/>
              </a:defRPr>
            </a:pPr>
            <a:r>
              <a:rPr dirty="0"/>
              <a:t>Benefits &amp;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07040" cy="48006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2D2D2D"/>
                </a:solidFill>
                <a:latin typeface="Aptos"/>
              </a:defRPr>
            </a:pPr>
            <a:r>
              <a:rPr dirty="0"/>
              <a:t>Benefits:</a:t>
            </a:r>
          </a:p>
          <a:p>
            <a:pPr>
              <a:spcAft>
                <a:spcPts val="1000"/>
              </a:spcAft>
              <a:defRPr sz="2100">
                <a:solidFill>
                  <a:srgbClr val="2D2D2D"/>
                </a:solidFill>
                <a:latin typeface="Aptos"/>
              </a:defRPr>
            </a:pPr>
            <a:r>
              <a:rPr dirty="0"/>
              <a:t>• Reduces food wastage and saves money.</a:t>
            </a:r>
          </a:p>
          <a:p>
            <a:pPr>
              <a:spcAft>
                <a:spcPts val="1000"/>
              </a:spcAft>
              <a:defRPr sz="2100">
                <a:solidFill>
                  <a:srgbClr val="2D2D2D"/>
                </a:solidFill>
                <a:latin typeface="Aptos"/>
              </a:defRPr>
            </a:pPr>
            <a:r>
              <a:rPr dirty="0"/>
              <a:t>• Improves inventory management.</a:t>
            </a:r>
          </a:p>
          <a:p>
            <a:pPr>
              <a:spcAft>
                <a:spcPts val="1000"/>
              </a:spcAft>
              <a:defRPr sz="2100">
                <a:solidFill>
                  <a:srgbClr val="2D2D2D"/>
                </a:solidFill>
                <a:latin typeface="Aptos"/>
              </a:defRPr>
            </a:pPr>
            <a:r>
              <a:rPr dirty="0"/>
              <a:t>• Helps kitchens prepare the right quantity.</a:t>
            </a:r>
          </a:p>
          <a:p>
            <a:pPr>
              <a:spcAft>
                <a:spcPts val="1000"/>
              </a:spcAft>
              <a:defRPr sz="2100">
                <a:solidFill>
                  <a:srgbClr val="2D2D2D"/>
                </a:solidFill>
                <a:latin typeface="Aptos"/>
              </a:defRPr>
            </a:pPr>
            <a:r>
              <a:rPr dirty="0"/>
              <a:t>• Reduces manual monitoring.</a:t>
            </a:r>
          </a:p>
          <a:p>
            <a:pPr>
              <a:spcAft>
                <a:spcPts val="1000"/>
              </a:spcAft>
              <a:defRPr sz="2100">
                <a:solidFill>
                  <a:srgbClr val="2D2D2D"/>
                </a:solidFill>
                <a:latin typeface="Aptos"/>
              </a:defRPr>
            </a:pPr>
            <a:endParaRPr dirty="0"/>
          </a:p>
          <a:p>
            <a:pPr>
              <a:spcAft>
                <a:spcPts val="1000"/>
              </a:spcAft>
              <a:defRPr sz="2100">
                <a:solidFill>
                  <a:srgbClr val="2D2D2D"/>
                </a:solidFill>
                <a:latin typeface="Aptos"/>
              </a:defRPr>
            </a:pPr>
            <a:r>
              <a:rPr dirty="0"/>
              <a:t>Environmental Impact:</a:t>
            </a:r>
          </a:p>
          <a:p>
            <a:pPr>
              <a:spcAft>
                <a:spcPts val="1000"/>
              </a:spcAft>
              <a:defRPr sz="2100">
                <a:solidFill>
                  <a:srgbClr val="2D2D2D"/>
                </a:solidFill>
                <a:latin typeface="Aptos"/>
              </a:defRPr>
            </a:pPr>
            <a:r>
              <a:rPr dirty="0"/>
              <a:t>• Less food sent to landfills.</a:t>
            </a:r>
          </a:p>
          <a:p>
            <a:pPr>
              <a:spcAft>
                <a:spcPts val="1000"/>
              </a:spcAft>
              <a:defRPr sz="2100">
                <a:solidFill>
                  <a:srgbClr val="2D2D2D"/>
                </a:solidFill>
                <a:latin typeface="Aptos"/>
              </a:defRPr>
            </a:pPr>
            <a:r>
              <a:rPr dirty="0"/>
              <a:t>• Reduced resource wastage.</a:t>
            </a:r>
          </a:p>
          <a:p>
            <a:pPr>
              <a:spcAft>
                <a:spcPts val="1000"/>
              </a:spcAft>
              <a:defRPr sz="2100">
                <a:solidFill>
                  <a:srgbClr val="2D2D2D"/>
                </a:solidFill>
                <a:latin typeface="Aptos"/>
              </a:defRPr>
            </a:pPr>
            <a:r>
              <a:rPr dirty="0"/>
              <a:t>• Supports sustainable food management.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/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 sz="2900" b="1">
                <a:solidFill>
                  <a:srgbClr val="234B28"/>
                </a:solidFill>
                <a:latin typeface="Aptos Display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07040" cy="48006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2D2D2D"/>
                </a:solidFill>
                <a:latin typeface="Aptos"/>
              </a:defRPr>
            </a:pPr>
            <a:r>
              <a:rPr dirty="0"/>
              <a:t>• AI can play an important role in reducing food waste.</a:t>
            </a:r>
          </a:p>
          <a:p>
            <a:pPr>
              <a:spcAft>
                <a:spcPts val="1000"/>
              </a:spcAft>
              <a:defRPr sz="2100">
                <a:solidFill>
                  <a:srgbClr val="2D2D2D"/>
                </a:solidFill>
                <a:latin typeface="Aptos"/>
              </a:defRPr>
            </a:pPr>
            <a:r>
              <a:rPr dirty="0"/>
              <a:t>• The system predicts demand and monitors waste efficiently.</a:t>
            </a:r>
          </a:p>
          <a:p>
            <a:pPr>
              <a:spcAft>
                <a:spcPts val="1000"/>
              </a:spcAft>
              <a:defRPr sz="2100">
                <a:solidFill>
                  <a:srgbClr val="2D2D2D"/>
                </a:solidFill>
                <a:latin typeface="Aptos"/>
              </a:defRPr>
            </a:pPr>
            <a:r>
              <a:rPr dirty="0"/>
              <a:t>• Smart alerts and recommendations help prevent unnecessary disposal.</a:t>
            </a:r>
          </a:p>
          <a:p>
            <a:pPr>
              <a:spcAft>
                <a:spcPts val="1000"/>
              </a:spcAft>
              <a:defRPr sz="2100">
                <a:solidFill>
                  <a:srgbClr val="2D2D2D"/>
                </a:solidFill>
                <a:latin typeface="Aptos"/>
              </a:defRPr>
            </a:pPr>
            <a:r>
              <a:rPr dirty="0"/>
              <a:t>• It can be used in restaurants, hotels, college canteens, hospitals and households.</a:t>
            </a:r>
          </a:p>
          <a:p>
            <a:pPr>
              <a:spcAft>
                <a:spcPts val="1000"/>
              </a:spcAft>
              <a:defRPr sz="2100">
                <a:solidFill>
                  <a:srgbClr val="2D2D2D"/>
                </a:solidFill>
                <a:latin typeface="Aptos"/>
              </a:defRPr>
            </a:pPr>
            <a:endParaRPr dirty="0"/>
          </a:p>
          <a:p>
            <a:pPr algn="ctr">
              <a:spcAft>
                <a:spcPts val="1000"/>
              </a:spcAft>
              <a:defRPr sz="2400" b="1">
                <a:solidFill>
                  <a:srgbClr val="2D2D2D"/>
                </a:solidFill>
                <a:latin typeface="Aptos"/>
              </a:defRPr>
            </a:pPr>
            <a:r>
              <a:rPr dirty="0"/>
              <a:t>SAVE FOOD • REDUCE WASTE • BUILD A SUSTAINABLE FUTURE</a:t>
            </a:r>
          </a:p>
          <a:p>
            <a:pPr>
              <a:spcAft>
                <a:spcPts val="1000"/>
              </a:spcAft>
              <a:defRPr sz="2100">
                <a:solidFill>
                  <a:srgbClr val="2D2D2D"/>
                </a:solidFill>
                <a:latin typeface="Aptos"/>
              </a:defRPr>
            </a:pPr>
            <a:endParaRPr dirty="0"/>
          </a:p>
          <a:p>
            <a:pPr algn="ctr">
              <a:spcAft>
                <a:spcPts val="1000"/>
              </a:spcAft>
              <a:defRPr sz="2400" b="1">
                <a:solidFill>
                  <a:srgbClr val="2D2D2D"/>
                </a:solidFill>
                <a:latin typeface="Aptos"/>
              </a:defRPr>
            </a:pPr>
            <a:r>
              <a:rPr dirty="0"/>
              <a:t>Thank You!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/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509</Words>
  <Application>Microsoft Office PowerPoint</Application>
  <PresentationFormat>Widescreen</PresentationFormat>
  <Paragraphs>96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user</dc:creator>
  <cp:keywords/>
  <dc:description>generated using python-pptx</dc:description>
  <cp:lastModifiedBy>Pradeepa  J RTC2025BAM176</cp:lastModifiedBy>
  <cp:revision>3</cp:revision>
  <dcterms:created xsi:type="dcterms:W3CDTF">2013-01-27T09:14:16Z</dcterms:created>
  <dcterms:modified xsi:type="dcterms:W3CDTF">2026-09-09T16:50:23Z</dcterms:modified>
  <cp:category/>
</cp:coreProperties>
</file>